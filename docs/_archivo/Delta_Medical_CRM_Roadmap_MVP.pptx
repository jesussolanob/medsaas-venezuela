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4CC"/>
                </a:solidFill>
                <a:latin typeface="Calibri"/>
              </a:defRPr>
            </a:pPr>
            <a:r>
              <a:t>DELTA MEDICAL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Roadmap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Qué queda, qué sale, y por qué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Abril 2026 · Versión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EL MVP: LO QUE QUEDA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Solo lo que un médico necesita el día 1 para atender pacientes y cobrar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4CC"/>
                </a:solidFill>
                <a:latin typeface="Calibri"/>
              </a:defRPr>
            </a:pPr>
            <a:r>
              <a:t>MÉDICO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4C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Landing page para comprar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4C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Registro + pago con comprobante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4C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Dashboard con resumen del día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4C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74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Agenda completa (semana/mes/día)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4C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Gestión de pacientes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4C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Consultas médicas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4C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72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Finanzas del consultorio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4C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Configuración de perfil y booking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1645920"/>
            <a:ext cx="338328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59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Dashboard con KPIs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Gestión de usuarios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108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59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Gestión de suscripciones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474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3474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Aprobación de pagos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8404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59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Configuración de planes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164592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PACIENTE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Booking público por link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Portal: ver citas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108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Portal: ver informes médicos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474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3474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Perfil personal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LO QUE SALE DEL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Features construidas pero removidas de la navegación. El código sigue ahí para reactivar.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CRM de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No hay leads que gestionar sin usuarios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Recordatorios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Requiere WhatsApp Business API ($)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Mensajes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30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Complejidad alta, los doctores usan WhatsApp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Invitaciones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702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Nice-to-have, no crítico para atender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EHR Separado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4748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 fusiona con Consultas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3212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Facturación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247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 simplifica dentro de Finanzas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64592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Reportería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9385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Dashboard básico es suficiente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42316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68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Recetas (paciente)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71576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 ve dentro de los informes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20040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Promociones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4930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Post-lanzamiento cuando haya tracción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977639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023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Roles 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2702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Tú eres el único admin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75488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Módulos por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04748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MVP usa lógica simple por plan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53212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Portal Clínica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8247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Plan enterprise, post product-market 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MEJORAS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Lo que se hizo bajo el capó para que el sistema sea mantenible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05156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Calibri"/>
              </a:defRPr>
            </a:pPr>
            <a:r>
              <a:t>lib/subscription.ts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55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Una sola fuente de verdad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Antes: 25+ archivos con su propia lógica de suscripciones.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39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Ahora: un archivo centralizado que todos importan.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73152" cy="105156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Calibri"/>
              </a:defRPr>
            </a:pPr>
            <a:r>
              <a:t>Doctor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944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5 módulos en vez de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Antes: sidebar con 14 links, submenús, task widget, polling.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661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Ahora: 5 links claros (Inicio, Agenda, Pacientes, Consultas, Finanzas).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73152" cy="105156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Calibri"/>
              </a:defRPr>
            </a:pPr>
            <a:r>
              <a:t>Admin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1330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5 secciones en vez de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Antes: 3 grupos con 11 links incluyendo roles y módulos.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Ahora: Dashboard, Usuarios, Suscripciones, Aprobaciones, Planes.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212080"/>
            <a:ext cx="73152" cy="105156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Calibri"/>
              </a:defRPr>
            </a:pPr>
            <a:r>
              <a:t>Patient Layout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321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4 links en vez de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Antes: Citas, Informes, Recetas, Mensajes, Perfil.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94360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Ahora: Citas, Informes, Perfil. Simple y directo.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ROADMAP POST-MVP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Las features vuelven cuando el MVP esté validado con usuarios reales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4CC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Primer pago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1-2 semanas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4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17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Probar flujo completo end-to-end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4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29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Conseguir 3-5 médicos 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4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Recibir primer pago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4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51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Iterar según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64592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Retención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Mes 2-3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3017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199" y="3017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Recordatorios por WhatsApp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3429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199" y="3429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Facturación con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38404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9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Reportería básica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4251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199" y="4251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Recetas en portal paciente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64592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Crecimiento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Mes 4-6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017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017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CRM de leads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429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429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Promociones y descuentos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8404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Mensajes doctor-paciente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251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251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Portal clínica multi-médico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4CC"/>
                </a:solidFill>
                <a:latin typeface="Calibri"/>
              </a:defRPr>
            </a:pPr>
            <a:r>
              <a:t>SIGUIENTE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Probar el MVP completo</a:t>
            </a:r>
            <a:br/>
            <a:r>
              <a:t>y conseguir el primer médico pagando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1. Verificar flujo: landing → registro → pago → aprobación → doctor usa 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2. Verificar flujo paciente: booking → cita → consulta → informe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3. Identificar 3-5 médicos para beta privada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4. Lanzar beta, iterar con feedback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4CC"/>
                </a:solidFill>
                <a:latin typeface="Calibri"/>
              </a:defRPr>
            </a:pPr>
            <a:r>
              <a:t>"Move fast. Ship small. Listen to users."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